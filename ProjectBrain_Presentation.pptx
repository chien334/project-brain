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400" b="1">
                <a:solidFill>
                  <a:srgbClr val="FBBF24"/>
                </a:solidFill>
                <a:latin typeface="Arial"/>
              </a:defRPr>
            </a:pPr>
            <a:r>
              <a:t>ProjectBrain</a:t>
            </a:r>
          </a:p>
          <a:p>
            <a:pPr algn="ctr">
              <a:spcBef>
                <a:spcPts val="1800"/>
              </a:spcBef>
              <a:defRPr sz="2200">
                <a:solidFill>
                  <a:srgbClr val="CBD5E1"/>
                </a:solidFill>
                <a:latin typeface="Arial"/>
              </a:defRPr>
            </a:pPr>
            <a:r>
              <a:t>Extensible Legacy Migration &amp; Semantic Memory (RAG) System</a:t>
            </a:r>
          </a:p>
          <a:p>
            <a:pPr algn="ctr">
              <a:spcBef>
                <a:spcPts val="36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Google DeepMind Advanced Agentic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Semantic Memory (RAG)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SQLite database backend storing vectors &amp; metadata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Workspace snapshots and diff checks over time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Branch-scoping support using LIKE wildcard ('%')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Automated deduplication to filter duplicate writes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164592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CodeGraph AST Engine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SQLite AST index of symbols, edges, and files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End-to-end trace mapping through render loops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Blast radius impact analysis before code changes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Sub-millisecond reads of complete call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64592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FastMCP Plugin Loader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Dynamic discovery and auto-registration of tools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Loads custom server extensions from extensions_mcp/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Standard environment checks and dependency auto-install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Provides a unified interface for stdio and HTTP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Unified Document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File Parsing &amp; Normalization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Parses PDF, Word, Excel, PowerPoint, and Markdown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Converts PDF/Excel sheet tables to clean Markdown tables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Same ingestion result layout via Web UI and local MCP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Maintains uniform format in RAG memory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Automated Image OCR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Extracts page images during document parsing (PDF &amp; PPTX)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PDF uses pdfplumber page cropping; PPTX uses shape.image.blob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Sends extracted PNG bytes to vision OCR client models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Stitches transcribed Markdown text inline replacing placeholder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Falls back to '![Image]' if API credentials are absent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Codebase Migration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Translation &amp; Refactoring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Translates Japanese comments &amp; symbol names (Kana/Kanji)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Recommends refactoring designs (Struts/WebForms to Spring/FastAPI)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Provides detailed Markdown blueprints with code snippets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Includes automated regression test strategy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Batch Logic Scan &amp; Plan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Recursively scans folders to extract symbols &amp; function bodies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Generates drafts (.planning/business_logic_drafts.json)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Splits refactoring goals into small, sequential phases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Plans phases automatically based on dependency ordering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Ensures helpers are migrated first, controllers migrated last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Access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Web Dashboard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Uvicorn-hosted REST server Web UI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Visual memory search &amp; statistics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Direct drag-and-drop file upload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Comparison of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64592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MCP STDIO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Claude Desktop and Cursor integration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Standard I/O stream connection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Native IDE tools registration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Direct AST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4592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HTTP Client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Streamable HTTP mount under server URL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JSON-RPC 2.0 POST wrappers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client.py remote wrapper scripts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cURL/HTTP request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1645920"/>
            <a:ext cx="2377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CLI Commands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Standalone python commands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Serve: main serve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Store: main store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Query: main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Reliability &amp; Fallback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Model Fallback Chain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Protects against quota rate-limits (HTTP 429) &amp; network errors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Sequentially tries primary model to backup models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Order: gemma-4-26b-a4b-it -&gt; gemini-1.5-flash -&gt; gemini-2.5-flash -&gt; gemma-4-26b-a4b-it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Transparent retry mechanism with backoff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Client-Side Delegation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Executes when all server-side models fail to respond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Returns 'fallback_to_client: True' JSON payload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Packages system prompts, raw text contents, and context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Directs the client agent (Cursor/Claude) to solve inline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Ensures uninterrupted execution in developer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BBF24"/>
                </a:solidFill>
                <a:latin typeface="Arial"/>
              </a:defRPr>
            </a:pPr>
            <a:r>
              <a:t>Interactive Web Control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Core Dashboard Views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Memory Feed: Live stream of indexed text blocks and facts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Smart Search: Multi-branch semantic and vector search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Code Graph: Visual interactive node tree of AST dependencies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Version Compare: Track code evolution across snapshots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MCP Integration: Health monitoring of registered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t>Design &amp; Usability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Glassmorphism dark mode UI utilizing Outfitters font hierarchy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Real-time connection indicator dots and system telemetry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Drag-and-drop file upload route for PDF, PPTX, XLSX, and DOCX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Granular workspace scoping (project &amp; branch select menus)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